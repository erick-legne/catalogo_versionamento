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5d0a6fd6a34100" /><Relationship Type="http://schemas.openxmlformats.org/officeDocument/2006/relationships/extended-properties" Target="/docProps/app.xml" Id="Rc810174dd4094a9d" /><Relationship Type="http://schemas.openxmlformats.org/officeDocument/2006/relationships/officeDocument" Target="/ppt/presentation.xml" Id="Ra6ebb074c8aa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5ae6b0da6452b"/>
  </p:sldMasterIdLst>
  <p:notesMasterIdLst>
    <p:notesMasterId xmlns:r="http://schemas.openxmlformats.org/officeDocument/2006/relationships" r:id="Rc187756be19942d6"/>
  </p:notesMasterIdLst>
  <p:sldIdLst>
    <p:sldId xmlns:r="http://schemas.openxmlformats.org/officeDocument/2006/relationships" id="256" r:id="R69992c69e3f64cf5"/>
    <p:sldId xmlns:r="http://schemas.openxmlformats.org/officeDocument/2006/relationships" id="257" r:id="R3bc2d8bf6a964b04"/>
    <p:sldId xmlns:r="http://schemas.openxmlformats.org/officeDocument/2006/relationships" id="258" r:id="R5e1b847a348a429a"/>
    <p:sldId xmlns:r="http://schemas.openxmlformats.org/officeDocument/2006/relationships" id="259" r:id="Re281964be108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cbfe43f764889" /><Relationship Type="http://schemas.openxmlformats.org/officeDocument/2006/relationships/slideMaster" Target="/ppt/slideMasters/slideMaster1.xml" Id="R39d5ae6b0da6452b" /><Relationship Type="http://schemas.openxmlformats.org/officeDocument/2006/relationships/notesMaster" Target="/ppt/notesMasters/notesMaster1.xml" Id="Rc187756be19942d6" /><Relationship Type="http://schemas.openxmlformats.org/officeDocument/2006/relationships/presProps" Target="/ppt/presProps.xml" Id="R1bc9f0a05a6c4271" /><Relationship Type="http://schemas.openxmlformats.org/officeDocument/2006/relationships/tableStyles" Target="/ppt/tableStyles.xml" Id="R7ef611ac34894717" /><Relationship Type="http://schemas.openxmlformats.org/officeDocument/2006/relationships/slide" Target="/ppt/slides/slide1.xml" Id="R69992c69e3f64cf5" /><Relationship Type="http://schemas.openxmlformats.org/officeDocument/2006/relationships/slide" Target="/ppt/slides/slide2.xml" Id="R3bc2d8bf6a964b04" /><Relationship Type="http://schemas.openxmlformats.org/officeDocument/2006/relationships/slide" Target="/ppt/slides/slide3.xml" Id="R5e1b847a348a429a" /><Relationship Type="http://schemas.openxmlformats.org/officeDocument/2006/relationships/slide" Target="/ppt/slides/slide4.xml" Id="Re281964be108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f1106e4cf5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3082ddaa6d4338" /><Relationship Type="http://schemas.openxmlformats.org/officeDocument/2006/relationships/notesMaster" Target="/ppt/notesMasters/notesMaster1.xml" Id="R99c68bb7c052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815ee851c4450e" /><Relationship Type="http://schemas.openxmlformats.org/officeDocument/2006/relationships/notesMaster" Target="/ppt/notesMasters/notesMaster1.xml" Id="R1beb367d5e9f4f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0500f5b49941f5" /><Relationship Type="http://schemas.openxmlformats.org/officeDocument/2006/relationships/notesMaster" Target="/ppt/notesMasters/notesMaster1.xml" Id="R049d4362743945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33078ea8ce4b6b" /><Relationship Type="http://schemas.openxmlformats.org/officeDocument/2006/relationships/notesMaster" Target="/ppt/notesMasters/notesMaster1.xml" Id="Rb7356e9dcf034a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7ed475da040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4a2ea7c5b4c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5cf38222742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436e0d75941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e63f4799f46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02009f49f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1CA198-12EC-4F91-AAC5-5628C60D4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FE2771-1984-4EF5-86F8-98F7FEEC95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F109FC-06CB-4147-BF03-29A4F930F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64AC87-438B-493F-B33E-852947D82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E19721-7328-44AF-9706-93C3531ECB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94565-792A-4B60-B9CF-8043ABD66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86DB6D-0E70-45E0-BF11-10181AE8A2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4C9672-4834-471D-9844-4C008E6416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BF9E3D-1637-49EA-A989-9D5A9D3D7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9570C2-F509-48AA-81B5-DB49720F8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53935b031414d" /><Relationship Type="http://schemas.openxmlformats.org/officeDocument/2006/relationships/slideLayout" Target="/ppt/slideLayouts/slideLayout1.xml" Id="R0378f27de3b74ea1" /><Relationship Type="http://schemas.openxmlformats.org/officeDocument/2006/relationships/slideLayout" Target="/ppt/slideLayouts/slideLayout2.xml" Id="R506b3357501c44a3" /><Relationship Type="http://schemas.openxmlformats.org/officeDocument/2006/relationships/slideLayout" Target="/ppt/slideLayouts/slideLayout3.xml" Id="R535d2aa91cd0413c" /><Relationship Type="http://schemas.openxmlformats.org/officeDocument/2006/relationships/slideLayout" Target="/ppt/slideLayouts/slideLayout4.xml" Id="R82fa060bbbfb4f0d" /><Relationship Type="http://schemas.openxmlformats.org/officeDocument/2006/relationships/slideLayout" Target="/ppt/slideLayouts/slideLayout5.xml" Id="R92e3eb740ba0479a" /><Relationship Type="http://schemas.openxmlformats.org/officeDocument/2006/relationships/slideLayout" Target="/ppt/slideLayouts/slideLayout6.xml" Id="R264f055e5e7a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8f27de3b74ea1"/>
    <p:sldLayoutId xmlns:r="http://schemas.openxmlformats.org/officeDocument/2006/relationships" id="2147483650" r:id="R506b3357501c44a3"/>
    <p:sldLayoutId xmlns:r="http://schemas.openxmlformats.org/officeDocument/2006/relationships" id="2147483651" r:id="R535d2aa91cd0413c"/>
    <p:sldLayoutId xmlns:r="http://schemas.openxmlformats.org/officeDocument/2006/relationships" id="2147483652" r:id="R82fa060bbbfb4f0d"/>
    <p:sldLayoutId xmlns:r="http://schemas.openxmlformats.org/officeDocument/2006/relationships" id="2147483653" r:id="R92e3eb740ba0479a"/>
    <p:sldLayoutId xmlns:r="http://schemas.openxmlformats.org/officeDocument/2006/relationships" id="2147483654" r:id="R264f055e5e7a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3c43338814655" /><Relationship Type="http://schemas.openxmlformats.org/officeDocument/2006/relationships/image" Target="/ppt/media/image.png" Id="R081dba4012dd4642" /><Relationship Type="http://schemas.openxmlformats.org/officeDocument/2006/relationships/notesSlide" Target="/ppt/notesSlides/notesSlide1.xml" Id="Rfa9cbfb5cd1047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9e860dddc34e26" /><Relationship Type="http://schemas.openxmlformats.org/officeDocument/2006/relationships/notesSlide" Target="/ppt/notesSlides/notesSlide2.xml" Id="R8a58ef9c8bc349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a3d639bf44e02" /><Relationship Type="http://schemas.openxmlformats.org/officeDocument/2006/relationships/image" Target="/ppt/media/image2.png" Id="R6ccf7f5f51a84bfe" /><Relationship Type="http://schemas.openxmlformats.org/officeDocument/2006/relationships/notesSlide" Target="/ppt/notesSlides/notesSlide3.xml" Id="R6994e53bf65c49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bcae903174abd" /><Relationship Type="http://schemas.openxmlformats.org/officeDocument/2006/relationships/notesSlide" Target="/ppt/notesSlides/notesSlide4.xml" Id="Rd38e48dd053041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C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642E5-4F8F-4258-B6E2-293FDCC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Brasil Botões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90128-8D42-4DFD-BCB6-E291FCF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F3F5"/>
                </a:solidFill>
              </a:defRPr>
            </a:defPPr>
            <a:lvl1pPr>
              <a:defRPr sz="1875" b="0">
                <a:solidFill>
                  <a:srgbClr val="D9F3F5"/>
                </a:solidFill>
              </a:defRPr>
            </a:lvl1pPr>
            <a:lvl2pPr>
              <a:defRPr sz="1875" b="0">
                <a:solidFill>
                  <a:srgbClr val="D9F3F5"/>
                </a:solidFill>
              </a:defRPr>
            </a:lvl2pPr>
            <a:lvl3pPr>
              <a:defRPr sz="1875" b="0">
                <a:solidFill>
                  <a:srgbClr val="D9F3F5"/>
                </a:solidFill>
              </a:defRPr>
            </a:lvl3pPr>
            <a:lvl4pPr>
              <a:defRPr sz="1875" b="0">
                <a:solidFill>
                  <a:srgbClr val="D9F3F5"/>
                </a:solidFill>
              </a:defRPr>
            </a:lvl4pPr>
            <a:lvl5pPr>
              <a:defRPr sz="1875" b="0">
                <a:solidFill>
                  <a:srgbClr val="D9F3F5"/>
                </a:solidFill>
              </a:defRPr>
            </a:lvl5pPr>
            <a:lvl6pPr>
              <a:defRPr sz="1875" b="0">
                <a:solidFill>
                  <a:srgbClr val="D9F3F5"/>
                </a:solidFill>
              </a:defRPr>
            </a:lvl6pPr>
            <a:lvl7pPr>
              <a:defRPr sz="1875" b="0">
                <a:solidFill>
                  <a:srgbClr val="D9F3F5"/>
                </a:solidFill>
              </a:defRPr>
            </a:lvl7pPr>
            <a:lvl8pPr>
              <a:defRPr sz="1875" b="0">
                <a:solidFill>
                  <a:srgbClr val="D9F3F5"/>
                </a:solidFill>
              </a:defRPr>
            </a:lvl8pPr>
            <a:lvl9pPr>
              <a:defRPr sz="1875" b="0">
                <a:solidFill>
                  <a:srgbClr val="D9F3F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F3F5"/>
                </a:solidFill>
              </a:defRPr>
            </a:pPr>
            <a:r>
              <a:rPr sz="1875" b="0">
                <a:solidFill>
                  <a:srgbClr val="D9F3F5"/>
                </a:solidFill>
              </a:rPr>
              <a:t>Fluxo de desenvolvimento, personalização e liberação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5C693-83A9-4666-8C59-68AA099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DE4EA"/>
                </a:solidFill>
              </a:defRPr>
            </a:defPPr>
            <a:lvl1pPr>
              <a:defRPr sz="1350" b="0">
                <a:solidFill>
                  <a:srgbClr val="8DE4EA"/>
                </a:solidFill>
              </a:defRPr>
            </a:lvl1pPr>
            <a:lvl2pPr>
              <a:defRPr sz="1350" b="0">
                <a:solidFill>
                  <a:srgbClr val="8DE4EA"/>
                </a:solidFill>
              </a:defRPr>
            </a:lvl2pPr>
            <a:lvl3pPr>
              <a:defRPr sz="1350" b="0">
                <a:solidFill>
                  <a:srgbClr val="8DE4EA"/>
                </a:solidFill>
              </a:defRPr>
            </a:lvl3pPr>
            <a:lvl4pPr>
              <a:defRPr sz="1350" b="0">
                <a:solidFill>
                  <a:srgbClr val="8DE4EA"/>
                </a:solidFill>
              </a:defRPr>
            </a:lvl4pPr>
            <a:lvl5pPr>
              <a:defRPr sz="1350" b="0">
                <a:solidFill>
                  <a:srgbClr val="8DE4EA"/>
                </a:solidFill>
              </a:defRPr>
            </a:lvl5pPr>
            <a:lvl6pPr>
              <a:defRPr sz="1350" b="0">
                <a:solidFill>
                  <a:srgbClr val="8DE4EA"/>
                </a:solidFill>
              </a:defRPr>
            </a:lvl6pPr>
            <a:lvl7pPr>
              <a:defRPr sz="1350" b="0">
                <a:solidFill>
                  <a:srgbClr val="8DE4EA"/>
                </a:solidFill>
              </a:defRPr>
            </a:lvl7pPr>
            <a:lvl8pPr>
              <a:defRPr sz="1350" b="0">
                <a:solidFill>
                  <a:srgbClr val="8DE4EA"/>
                </a:solidFill>
              </a:defRPr>
            </a:lvl8pPr>
            <a:lvl9pPr>
              <a:defRPr sz="1350" b="0">
                <a:solidFill>
                  <a:srgbClr val="8DE4E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DE4EA"/>
                </a:solidFill>
              </a:defRPr>
            </a:pPr>
            <a:r>
              <a:rPr sz="1350" b="0">
                <a:solidFill>
                  <a:srgbClr val="8DE4EA"/>
                </a:solidFill>
              </a:rPr>
              <a:t>Catálogo • Consistem • Blender • Ficha Técnica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40808-FF76-431F-80CA-CFA0760D6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dba4012dd4642"/>
          <a:stretch xmlns:a="http://schemas.openxmlformats.org/drawingml/2006/main"/>
        </p:blipFill>
        <p:spPr>
          <a:xfrm xmlns:a="http://schemas.openxmlformats.org/drawingml/2006/main">
            <a:off x="6858000" y="2027039"/>
            <a:ext cx="4476750" cy="25181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68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2792A-9A49-4CC1-BD59-518E3AF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C4B"/>
                </a:solidFill>
              </a:defRPr>
            </a:defPPr>
            <a:lvl1pPr>
              <a:defRPr sz="2550" b="1">
                <a:solidFill>
                  <a:srgbClr val="163C4B"/>
                </a:solidFill>
              </a:defRPr>
            </a:lvl1pPr>
            <a:lvl2pPr>
              <a:defRPr sz="2550" b="1">
                <a:solidFill>
                  <a:srgbClr val="163C4B"/>
                </a:solidFill>
              </a:defRPr>
            </a:lvl2pPr>
            <a:lvl3pPr>
              <a:defRPr sz="2550" b="1">
                <a:solidFill>
                  <a:srgbClr val="163C4B"/>
                </a:solidFill>
              </a:defRPr>
            </a:lvl3pPr>
            <a:lvl4pPr>
              <a:defRPr sz="2550" b="1">
                <a:solidFill>
                  <a:srgbClr val="163C4B"/>
                </a:solidFill>
              </a:defRPr>
            </a:lvl4pPr>
            <a:lvl5pPr>
              <a:defRPr sz="2550" b="1">
                <a:solidFill>
                  <a:srgbClr val="163C4B"/>
                </a:solidFill>
              </a:defRPr>
            </a:lvl5pPr>
            <a:lvl6pPr>
              <a:defRPr sz="2550" b="1">
                <a:solidFill>
                  <a:srgbClr val="163C4B"/>
                </a:solidFill>
              </a:defRPr>
            </a:lvl6pPr>
            <a:lvl7pPr>
              <a:defRPr sz="2550" b="1">
                <a:solidFill>
                  <a:srgbClr val="163C4B"/>
                </a:solidFill>
              </a:defRPr>
            </a:lvl7pPr>
            <a:lvl8pPr>
              <a:defRPr sz="2550" b="1">
                <a:solidFill>
                  <a:srgbClr val="163C4B"/>
                </a:solidFill>
              </a:defRPr>
            </a:lvl8pPr>
            <a:lvl9pPr>
              <a:defRPr sz="2550" b="1">
                <a:solidFill>
                  <a:srgbClr val="163C4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C4B"/>
                </a:solidFill>
              </a:defRPr>
            </a:pPr>
            <a:r>
              <a:rPr sz="2550" b="1">
                <a:solidFill>
                  <a:srgbClr val="163C4B"/>
                </a:solidFill>
              </a:rPr>
              <a:t>Fluxo de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77D92-C9B8-44E9-827D-F97C6A5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 mesma referência acompanha cadastro, modelo 3D e Ficha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94274-811A-4A7C-A743-34E8DDE7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AF5FA-3B18-411B-A82D-059E9C36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6343B"/>
                </a:solidFill>
              </a:defRPr>
            </a:defPPr>
            <a:lvl1pPr>
              <a:defRPr sz="1500" b="0">
                <a:solidFill>
                  <a:srgbClr val="26343B"/>
                </a:solidFill>
              </a:defRPr>
            </a:lvl1pPr>
            <a:lvl2pPr>
              <a:defRPr sz="1500" b="0">
                <a:solidFill>
                  <a:srgbClr val="26343B"/>
                </a:solidFill>
              </a:defRPr>
            </a:lvl2pPr>
            <a:lvl3pPr>
              <a:defRPr sz="1500" b="0">
                <a:solidFill>
                  <a:srgbClr val="26343B"/>
                </a:solidFill>
              </a:defRPr>
            </a:lvl3pPr>
            <a:lvl4pPr>
              <a:defRPr sz="1500" b="0">
                <a:solidFill>
                  <a:srgbClr val="26343B"/>
                </a:solidFill>
              </a:defRPr>
            </a:lvl4pPr>
            <a:lvl5pPr>
              <a:defRPr sz="1500" b="0">
                <a:solidFill>
                  <a:srgbClr val="26343B"/>
                </a:solidFill>
              </a:defRPr>
            </a:lvl5pPr>
            <a:lvl6pPr>
              <a:defRPr sz="1500" b="0">
                <a:solidFill>
                  <a:srgbClr val="26343B"/>
                </a:solidFill>
              </a:defRPr>
            </a:lvl6pPr>
            <a:lvl7pPr>
              <a:defRPr sz="1500" b="0">
                <a:solidFill>
                  <a:srgbClr val="26343B"/>
                </a:solidFill>
              </a:defRPr>
            </a:lvl7pPr>
            <a:lvl8pPr>
              <a:defRPr sz="1500" b="0">
                <a:solidFill>
                  <a:srgbClr val="26343B"/>
                </a:solidFill>
              </a:defRPr>
            </a:lvl8pPr>
            <a:lvl9pPr>
              <a:defRPr sz="15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43B"/>
                </a:solidFill>
              </a:defRPr>
            </a:pPr>
            <a:r>
              <a:rPr sz="1500" b="0">
                <a:solidFill>
                  <a:srgbClr val="26343B"/>
                </a:solidFill>
              </a:rPr>
              <a:t>1  Cadastro</a:t>
            </a:r>
          </a:p>
          <a:p xmlns:a="http://schemas.openxmlformats.org/drawingml/2006/main">
            <a:pPr>
              <a:defRPr sz="1500" b="0">
                <a:solidFill>
                  <a:srgbClr val="26343B"/>
                </a:solidFill>
              </a:defRPr>
            </a:pPr>
            <a:r>
              <a:rPr sz="1500" b="0">
                <a:solidFill>
                  <a:srgbClr val="26343B"/>
                </a:solidFill>
              </a:rPr>
              <a:t>Referência, TAM, cor, faca e furação no Consistem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7315C-590C-4B8F-B341-7D79B1F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38375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3D960-67B7-4C30-BD21-C830C06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6343B"/>
                </a:solidFill>
              </a:defRPr>
            </a:defPPr>
            <a:lvl1pPr>
              <a:defRPr sz="1500" b="0">
                <a:solidFill>
                  <a:srgbClr val="26343B"/>
                </a:solidFill>
              </a:defRPr>
            </a:lvl1pPr>
            <a:lvl2pPr>
              <a:defRPr sz="1500" b="0">
                <a:solidFill>
                  <a:srgbClr val="26343B"/>
                </a:solidFill>
              </a:defRPr>
            </a:lvl2pPr>
            <a:lvl3pPr>
              <a:defRPr sz="1500" b="0">
                <a:solidFill>
                  <a:srgbClr val="26343B"/>
                </a:solidFill>
              </a:defRPr>
            </a:lvl3pPr>
            <a:lvl4pPr>
              <a:defRPr sz="1500" b="0">
                <a:solidFill>
                  <a:srgbClr val="26343B"/>
                </a:solidFill>
              </a:defRPr>
            </a:lvl4pPr>
            <a:lvl5pPr>
              <a:defRPr sz="1500" b="0">
                <a:solidFill>
                  <a:srgbClr val="26343B"/>
                </a:solidFill>
              </a:defRPr>
            </a:lvl5pPr>
            <a:lvl6pPr>
              <a:defRPr sz="1500" b="0">
                <a:solidFill>
                  <a:srgbClr val="26343B"/>
                </a:solidFill>
              </a:defRPr>
            </a:lvl6pPr>
            <a:lvl7pPr>
              <a:defRPr sz="1500" b="0">
                <a:solidFill>
                  <a:srgbClr val="26343B"/>
                </a:solidFill>
              </a:defRPr>
            </a:lvl7pPr>
            <a:lvl8pPr>
              <a:defRPr sz="1500" b="0">
                <a:solidFill>
                  <a:srgbClr val="26343B"/>
                </a:solidFill>
              </a:defRPr>
            </a:lvl8pPr>
            <a:lvl9pPr>
              <a:defRPr sz="15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43B"/>
                </a:solidFill>
              </a:defRPr>
            </a:pPr>
            <a:r>
              <a:rPr sz="1500" b="0">
                <a:solidFill>
                  <a:srgbClr val="26343B"/>
                </a:solidFill>
              </a:rPr>
              <a:t>2  Modelo 3D</a:t>
            </a:r>
          </a:p>
          <a:p xmlns:a="http://schemas.openxmlformats.org/drawingml/2006/main">
            <a:pPr>
              <a:defRPr sz="1500" b="0">
                <a:solidFill>
                  <a:srgbClr val="26343B"/>
                </a:solidFill>
              </a:defRPr>
            </a:pPr>
            <a:r>
              <a:rPr sz="1500" b="0">
                <a:solidFill>
                  <a:srgbClr val="26343B"/>
                </a:solidFill>
              </a:rPr>
              <a:t>Geração versionada a partir da linha validada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B5064-E166-459E-8BE8-189C63F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7DD23-0F60-4489-8AC0-B54A18AC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24125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6343B"/>
                </a:solidFill>
              </a:defRPr>
            </a:defPPr>
            <a:lvl1pPr>
              <a:defRPr sz="1500" b="0">
                <a:solidFill>
                  <a:srgbClr val="26343B"/>
                </a:solidFill>
              </a:defRPr>
            </a:lvl1pPr>
            <a:lvl2pPr>
              <a:defRPr sz="1500" b="0">
                <a:solidFill>
                  <a:srgbClr val="26343B"/>
                </a:solidFill>
              </a:defRPr>
            </a:lvl2pPr>
            <a:lvl3pPr>
              <a:defRPr sz="1500" b="0">
                <a:solidFill>
                  <a:srgbClr val="26343B"/>
                </a:solidFill>
              </a:defRPr>
            </a:lvl3pPr>
            <a:lvl4pPr>
              <a:defRPr sz="1500" b="0">
                <a:solidFill>
                  <a:srgbClr val="26343B"/>
                </a:solidFill>
              </a:defRPr>
            </a:lvl4pPr>
            <a:lvl5pPr>
              <a:defRPr sz="1500" b="0">
                <a:solidFill>
                  <a:srgbClr val="26343B"/>
                </a:solidFill>
              </a:defRPr>
            </a:lvl5pPr>
            <a:lvl6pPr>
              <a:defRPr sz="1500" b="0">
                <a:solidFill>
                  <a:srgbClr val="26343B"/>
                </a:solidFill>
              </a:defRPr>
            </a:lvl6pPr>
            <a:lvl7pPr>
              <a:defRPr sz="1500" b="0">
                <a:solidFill>
                  <a:srgbClr val="26343B"/>
                </a:solidFill>
              </a:defRPr>
            </a:lvl7pPr>
            <a:lvl8pPr>
              <a:defRPr sz="1500" b="0">
                <a:solidFill>
                  <a:srgbClr val="26343B"/>
                </a:solidFill>
              </a:defRPr>
            </a:lvl8pPr>
            <a:lvl9pPr>
              <a:defRPr sz="15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43B"/>
                </a:solidFill>
              </a:defRPr>
            </a:pPr>
            <a:r>
              <a:rPr sz="1500" b="0">
                <a:solidFill>
                  <a:srgbClr val="26343B"/>
                </a:solidFill>
              </a:rPr>
              <a:t>3  Personalização</a:t>
            </a:r>
          </a:p>
          <a:p xmlns:a="http://schemas.openxmlformats.org/drawingml/2006/main">
            <a:pPr>
              <a:defRPr sz="1500" b="0">
                <a:solidFill>
                  <a:srgbClr val="26343B"/>
                </a:solidFill>
              </a:defRPr>
            </a:pPr>
            <a:r>
              <a:rPr sz="1500" b="0">
                <a:solidFill>
                  <a:srgbClr val="26343B"/>
                </a:solidFill>
              </a:rPr>
              <a:t>Nome, texto ou arte em arquivo derivado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753FD-0327-4C9F-8290-0877D97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8C9"/>
          </a:solidFill>
          <a:ln xmlns:a="http://schemas.openxmlformats.org/drawingml/2006/main" w="9525">
            <a:solidFill>
              <a:srgbClr val="D6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04D7E-50C9-44F7-9B17-619B91F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24125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4  Liberação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Ficha revisada, consistência e aprovação</a:t>
            </a:r>
          </a:p>
        </p:txBody>
      </p:sp>
    </p:spTree>
    <p:extLst>
      <p:ext uri="{BB962C8B-B14F-4D97-AF65-F5344CB8AC3E}">
        <p14:creationId xmlns:p14="http://schemas.microsoft.com/office/powerpoint/2010/main" val="1674371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64786-8FC3-4EF4-9928-31E9DB6A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C4B"/>
                </a:solidFill>
              </a:defRPr>
            </a:defPPr>
            <a:lvl1pPr>
              <a:defRPr sz="2550" b="1">
                <a:solidFill>
                  <a:srgbClr val="163C4B"/>
                </a:solidFill>
              </a:defRPr>
            </a:lvl1pPr>
            <a:lvl2pPr>
              <a:defRPr sz="2550" b="1">
                <a:solidFill>
                  <a:srgbClr val="163C4B"/>
                </a:solidFill>
              </a:defRPr>
            </a:lvl2pPr>
            <a:lvl3pPr>
              <a:defRPr sz="2550" b="1">
                <a:solidFill>
                  <a:srgbClr val="163C4B"/>
                </a:solidFill>
              </a:defRPr>
            </a:lvl3pPr>
            <a:lvl4pPr>
              <a:defRPr sz="2550" b="1">
                <a:solidFill>
                  <a:srgbClr val="163C4B"/>
                </a:solidFill>
              </a:defRPr>
            </a:lvl4pPr>
            <a:lvl5pPr>
              <a:defRPr sz="2550" b="1">
                <a:solidFill>
                  <a:srgbClr val="163C4B"/>
                </a:solidFill>
              </a:defRPr>
            </a:lvl5pPr>
            <a:lvl6pPr>
              <a:defRPr sz="2550" b="1">
                <a:solidFill>
                  <a:srgbClr val="163C4B"/>
                </a:solidFill>
              </a:defRPr>
            </a:lvl6pPr>
            <a:lvl7pPr>
              <a:defRPr sz="2550" b="1">
                <a:solidFill>
                  <a:srgbClr val="163C4B"/>
                </a:solidFill>
              </a:defRPr>
            </a:lvl7pPr>
            <a:lvl8pPr>
              <a:defRPr sz="2550" b="1">
                <a:solidFill>
                  <a:srgbClr val="163C4B"/>
                </a:solidFill>
              </a:defRPr>
            </a:lvl8pPr>
            <a:lvl9pPr>
              <a:defRPr sz="2550" b="1">
                <a:solidFill>
                  <a:srgbClr val="163C4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C4B"/>
                </a:solidFill>
              </a:defRPr>
            </a:pPr>
            <a:r>
              <a:rPr sz="2550" b="1">
                <a:solidFill>
                  <a:srgbClr val="163C4B"/>
                </a:solidFill>
              </a:rPr>
              <a:t>Operação diária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5B32D-1A81-4B0C-82A6-1396586D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7239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B"/>
                </a:solidFill>
              </a:defRPr>
            </a:defPPr>
            <a:lvl1pPr>
              <a:defRPr sz="1800" b="0">
                <a:solidFill>
                  <a:srgbClr val="26343B"/>
                </a:solidFill>
              </a:defRPr>
            </a:lvl1pPr>
            <a:lvl2pPr>
              <a:defRPr sz="1800" b="0">
                <a:solidFill>
                  <a:srgbClr val="26343B"/>
                </a:solidFill>
              </a:defRPr>
            </a:lvl2pPr>
            <a:lvl3pPr>
              <a:defRPr sz="1800" b="0">
                <a:solidFill>
                  <a:srgbClr val="26343B"/>
                </a:solidFill>
              </a:defRPr>
            </a:lvl3pPr>
            <a:lvl4pPr>
              <a:defRPr sz="1800" b="0">
                <a:solidFill>
                  <a:srgbClr val="26343B"/>
                </a:solidFill>
              </a:defRPr>
            </a:lvl4pPr>
            <a:lvl5pPr>
              <a:defRPr sz="1800" b="0">
                <a:solidFill>
                  <a:srgbClr val="26343B"/>
                </a:solidFill>
              </a:defRPr>
            </a:lvl5pPr>
            <a:lvl6pPr>
              <a:defRPr sz="1800" b="0">
                <a:solidFill>
                  <a:srgbClr val="26343B"/>
                </a:solidFill>
              </a:defRPr>
            </a:lvl6pPr>
            <a:lvl7pPr>
              <a:defRPr sz="1800" b="0">
                <a:solidFill>
                  <a:srgbClr val="26343B"/>
                </a:solidFill>
              </a:defRPr>
            </a:lvl7pPr>
            <a:lvl8pPr>
              <a:defRPr sz="1800" b="0">
                <a:solidFill>
                  <a:srgbClr val="26343B"/>
                </a:solidFill>
              </a:defRPr>
            </a:lvl8pPr>
            <a:lvl9pPr>
              <a:defRPr sz="18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• Consultar o catálogo para confirmar referência, TAM e cor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• Gerar o botão 3D pelo Consistem e guardar a proveniência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• Criar a versão personalizada sem substituir o `.blend`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• Gerar a Ficha e executar a checagem de consistência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• Guardar PDF, preview e arquivos `.blend` juntos em `versions/`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E384-4C5A-406E-9AA9-A76D1B74D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f7f5f51a84bfe"/>
          <a:stretch xmlns:a="http://schemas.openxmlformats.org/drawingml/2006/main"/>
        </p:blipFill>
        <p:spPr>
          <a:xfrm xmlns:a="http://schemas.openxmlformats.org/drawingml/2006/main">
            <a:off x="8477250" y="2509242"/>
            <a:ext cx="2762250" cy="15537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13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9C531-5921-4C65-B302-2037624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C4B"/>
                </a:solidFill>
              </a:defRPr>
            </a:defPPr>
            <a:lvl1pPr>
              <a:defRPr sz="2550" b="1">
                <a:solidFill>
                  <a:srgbClr val="163C4B"/>
                </a:solidFill>
              </a:defRPr>
            </a:lvl1pPr>
            <a:lvl2pPr>
              <a:defRPr sz="2550" b="1">
                <a:solidFill>
                  <a:srgbClr val="163C4B"/>
                </a:solidFill>
              </a:defRPr>
            </a:lvl2pPr>
            <a:lvl3pPr>
              <a:defRPr sz="2550" b="1">
                <a:solidFill>
                  <a:srgbClr val="163C4B"/>
                </a:solidFill>
              </a:defRPr>
            </a:lvl3pPr>
            <a:lvl4pPr>
              <a:defRPr sz="2550" b="1">
                <a:solidFill>
                  <a:srgbClr val="163C4B"/>
                </a:solidFill>
              </a:defRPr>
            </a:lvl4pPr>
            <a:lvl5pPr>
              <a:defRPr sz="2550" b="1">
                <a:solidFill>
                  <a:srgbClr val="163C4B"/>
                </a:solidFill>
              </a:defRPr>
            </a:lvl5pPr>
            <a:lvl6pPr>
              <a:defRPr sz="2550" b="1">
                <a:solidFill>
                  <a:srgbClr val="163C4B"/>
                </a:solidFill>
              </a:defRPr>
            </a:lvl6pPr>
            <a:lvl7pPr>
              <a:defRPr sz="2550" b="1">
                <a:solidFill>
                  <a:srgbClr val="163C4B"/>
                </a:solidFill>
              </a:defRPr>
            </a:lvl7pPr>
            <a:lvl8pPr>
              <a:defRPr sz="2550" b="1">
                <a:solidFill>
                  <a:srgbClr val="163C4B"/>
                </a:solidFill>
              </a:defRPr>
            </a:lvl8pPr>
            <a:lvl9pPr>
              <a:defRPr sz="2550" b="1">
                <a:solidFill>
                  <a:srgbClr val="163C4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C4B"/>
                </a:solidFill>
              </a:defRPr>
            </a:pPr>
            <a:r>
              <a:rPr sz="2550" b="1">
                <a:solidFill>
                  <a:srgbClr val="163C4B"/>
                </a:solidFill>
              </a:rPr>
              <a:t>Liberação de produção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EF5F8-80E7-4951-9CFC-0CB5E21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Critérios objetivos antes de enviar o item para produção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A537D-F24F-41BB-924D-35E03A3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C9"/>
          </a:solidFill>
          <a:ln xmlns:a="http://schemas.openxmlformats.org/drawingml/2006/main" w="9525">
            <a:solidFill>
              <a:srgbClr val="00B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14EA5-F4A9-47BD-884D-82970BB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4CC60-6BF2-4ABA-A422-86D68CCF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5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B"/>
                </a:solidFill>
              </a:defRPr>
            </a:defPPr>
            <a:lvl1pPr>
              <a:defRPr sz="1800" b="0">
                <a:solidFill>
                  <a:srgbClr val="26343B"/>
                </a:solidFill>
              </a:defRPr>
            </a:lvl1pPr>
            <a:lvl2pPr>
              <a:defRPr sz="1800" b="0">
                <a:solidFill>
                  <a:srgbClr val="26343B"/>
                </a:solidFill>
              </a:defRPr>
            </a:lvl2pPr>
            <a:lvl3pPr>
              <a:defRPr sz="1800" b="0">
                <a:solidFill>
                  <a:srgbClr val="26343B"/>
                </a:solidFill>
              </a:defRPr>
            </a:lvl3pPr>
            <a:lvl4pPr>
              <a:defRPr sz="1800" b="0">
                <a:solidFill>
                  <a:srgbClr val="26343B"/>
                </a:solidFill>
              </a:defRPr>
            </a:lvl4pPr>
            <a:lvl5pPr>
              <a:defRPr sz="1800" b="0">
                <a:solidFill>
                  <a:srgbClr val="26343B"/>
                </a:solidFill>
              </a:defRPr>
            </a:lvl5pPr>
            <a:lvl6pPr>
              <a:defRPr sz="1800" b="0">
                <a:solidFill>
                  <a:srgbClr val="26343B"/>
                </a:solidFill>
              </a:defRPr>
            </a:lvl6pPr>
            <a:lvl7pPr>
              <a:defRPr sz="1800" b="0">
                <a:solidFill>
                  <a:srgbClr val="26343B"/>
                </a:solidFill>
              </a:defRPr>
            </a:lvl7pPr>
            <a:lvl8pPr>
              <a:defRPr sz="1800" b="0">
                <a:solidFill>
                  <a:srgbClr val="26343B"/>
                </a:solidFill>
              </a:defRPr>
            </a:lvl8pPr>
            <a:lvl9pPr>
              <a:defRPr sz="18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Linha do Consistem encontrada e validada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F053-679B-4EB0-8022-12559CF2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C9"/>
          </a:solidFill>
          <a:ln xmlns:a="http://schemas.openxmlformats.org/drawingml/2006/main" w="9525">
            <a:solidFill>
              <a:srgbClr val="00B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5C48D-12D8-44E6-9F37-CB4F2D53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F560-4C61-4F0D-83D0-82CF4CB4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717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B"/>
                </a:solidFill>
              </a:defRPr>
            </a:defPPr>
            <a:lvl1pPr>
              <a:defRPr sz="1800" b="0">
                <a:solidFill>
                  <a:srgbClr val="26343B"/>
                </a:solidFill>
              </a:defRPr>
            </a:lvl1pPr>
            <a:lvl2pPr>
              <a:defRPr sz="1800" b="0">
                <a:solidFill>
                  <a:srgbClr val="26343B"/>
                </a:solidFill>
              </a:defRPr>
            </a:lvl2pPr>
            <a:lvl3pPr>
              <a:defRPr sz="1800" b="0">
                <a:solidFill>
                  <a:srgbClr val="26343B"/>
                </a:solidFill>
              </a:defRPr>
            </a:lvl3pPr>
            <a:lvl4pPr>
              <a:defRPr sz="1800" b="0">
                <a:solidFill>
                  <a:srgbClr val="26343B"/>
                </a:solidFill>
              </a:defRPr>
            </a:lvl4pPr>
            <a:lvl5pPr>
              <a:defRPr sz="1800" b="0">
                <a:solidFill>
                  <a:srgbClr val="26343B"/>
                </a:solidFill>
              </a:defRPr>
            </a:lvl5pPr>
            <a:lvl6pPr>
              <a:defRPr sz="1800" b="0">
                <a:solidFill>
                  <a:srgbClr val="26343B"/>
                </a:solidFill>
              </a:defRPr>
            </a:lvl6pPr>
            <a:lvl7pPr>
              <a:defRPr sz="1800" b="0">
                <a:solidFill>
                  <a:srgbClr val="26343B"/>
                </a:solidFill>
              </a:defRPr>
            </a:lvl7pPr>
            <a:lvl8pPr>
              <a:defRPr sz="1800" b="0">
                <a:solidFill>
                  <a:srgbClr val="26343B"/>
                </a:solidFill>
              </a:defRPr>
            </a:lvl8pPr>
            <a:lvl9pPr>
              <a:defRPr sz="18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Facas e geometria registradas na proveniência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D43F1-705D-46EA-86B6-1994B513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C9"/>
          </a:solidFill>
          <a:ln xmlns:a="http://schemas.openxmlformats.org/drawingml/2006/main" w="9525">
            <a:solidFill>
              <a:srgbClr val="00B8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60BDF-B147-4622-8C7C-B248079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F6AAF-A6AB-4D43-B023-EDEB8E06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B"/>
                </a:solidFill>
              </a:defRPr>
            </a:defPPr>
            <a:lvl1pPr>
              <a:defRPr sz="1800" b="0">
                <a:solidFill>
                  <a:srgbClr val="26343B"/>
                </a:solidFill>
              </a:defRPr>
            </a:lvl1pPr>
            <a:lvl2pPr>
              <a:defRPr sz="1800" b="0">
                <a:solidFill>
                  <a:srgbClr val="26343B"/>
                </a:solidFill>
              </a:defRPr>
            </a:lvl2pPr>
            <a:lvl3pPr>
              <a:defRPr sz="1800" b="0">
                <a:solidFill>
                  <a:srgbClr val="26343B"/>
                </a:solidFill>
              </a:defRPr>
            </a:lvl3pPr>
            <a:lvl4pPr>
              <a:defRPr sz="1800" b="0">
                <a:solidFill>
                  <a:srgbClr val="26343B"/>
                </a:solidFill>
              </a:defRPr>
            </a:lvl4pPr>
            <a:lvl5pPr>
              <a:defRPr sz="1800" b="0">
                <a:solidFill>
                  <a:srgbClr val="26343B"/>
                </a:solidFill>
              </a:defRPr>
            </a:lvl5pPr>
            <a:lvl6pPr>
              <a:defRPr sz="1800" b="0">
                <a:solidFill>
                  <a:srgbClr val="26343B"/>
                </a:solidFill>
              </a:defRPr>
            </a:lvl6pPr>
            <a:lvl7pPr>
              <a:defRPr sz="1800" b="0">
                <a:solidFill>
                  <a:srgbClr val="26343B"/>
                </a:solidFill>
              </a:defRPr>
            </a:lvl7pPr>
            <a:lvl8pPr>
              <a:defRPr sz="1800" b="0">
                <a:solidFill>
                  <a:srgbClr val="26343B"/>
                </a:solidFill>
              </a:defRPr>
            </a:lvl8pPr>
            <a:lvl9pPr>
              <a:defRPr sz="18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Ficha sem divergência de TAM, espessura ou furação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0BB40-E52D-4B45-BC04-06562E60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C9"/>
          </a:solidFill>
          <a:ln xmlns:a="http://schemas.openxmlformats.org/drawingml/2006/main" w="9525">
            <a:solidFill>
              <a:srgbClr val="00B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6035E-77FA-41FF-AE2B-A18848E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C03E5-9805-4AA9-8B3C-EC67FF2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004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B"/>
                </a:solidFill>
              </a:defRPr>
            </a:defPPr>
            <a:lvl1pPr>
              <a:defRPr sz="1800" b="0">
                <a:solidFill>
                  <a:srgbClr val="26343B"/>
                </a:solidFill>
              </a:defRPr>
            </a:lvl1pPr>
            <a:lvl2pPr>
              <a:defRPr sz="1800" b="0">
                <a:solidFill>
                  <a:srgbClr val="26343B"/>
                </a:solidFill>
              </a:defRPr>
            </a:lvl2pPr>
            <a:lvl3pPr>
              <a:defRPr sz="1800" b="0">
                <a:solidFill>
                  <a:srgbClr val="26343B"/>
                </a:solidFill>
              </a:defRPr>
            </a:lvl3pPr>
            <a:lvl4pPr>
              <a:defRPr sz="1800" b="0">
                <a:solidFill>
                  <a:srgbClr val="26343B"/>
                </a:solidFill>
              </a:defRPr>
            </a:lvl4pPr>
            <a:lvl5pPr>
              <a:defRPr sz="1800" b="0">
                <a:solidFill>
                  <a:srgbClr val="26343B"/>
                </a:solidFill>
              </a:defRPr>
            </a:lvl5pPr>
            <a:lvl6pPr>
              <a:defRPr sz="1800" b="0">
                <a:solidFill>
                  <a:srgbClr val="26343B"/>
                </a:solidFill>
              </a:defRPr>
            </a:lvl6pPr>
            <a:lvl7pPr>
              <a:defRPr sz="1800" b="0">
                <a:solidFill>
                  <a:srgbClr val="26343B"/>
                </a:solidFill>
              </a:defRPr>
            </a:lvl7pPr>
            <a:lvl8pPr>
              <a:defRPr sz="1800" b="0">
                <a:solidFill>
                  <a:srgbClr val="26343B"/>
                </a:solidFill>
              </a:defRPr>
            </a:lvl8pPr>
            <a:lvl9pPr>
              <a:defRPr sz="18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Arte aprovada na área permitida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30BBB-B6D1-4487-9562-45D0468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C9"/>
          </a:solidFill>
          <a:ln xmlns:a="http://schemas.openxmlformats.org/drawingml/2006/main" w="9525">
            <a:solidFill>
              <a:srgbClr val="00B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114E3-469F-468C-A3E6-280ADBC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D891D-3E5D-49FF-A505-AF2A93C6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14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B"/>
                </a:solidFill>
              </a:defRPr>
            </a:defPPr>
            <a:lvl1pPr>
              <a:defRPr sz="1800" b="0">
                <a:solidFill>
                  <a:srgbClr val="26343B"/>
                </a:solidFill>
              </a:defRPr>
            </a:lvl1pPr>
            <a:lvl2pPr>
              <a:defRPr sz="1800" b="0">
                <a:solidFill>
                  <a:srgbClr val="26343B"/>
                </a:solidFill>
              </a:defRPr>
            </a:lvl2pPr>
            <a:lvl3pPr>
              <a:defRPr sz="1800" b="0">
                <a:solidFill>
                  <a:srgbClr val="26343B"/>
                </a:solidFill>
              </a:defRPr>
            </a:lvl3pPr>
            <a:lvl4pPr>
              <a:defRPr sz="1800" b="0">
                <a:solidFill>
                  <a:srgbClr val="26343B"/>
                </a:solidFill>
              </a:defRPr>
            </a:lvl4pPr>
            <a:lvl5pPr>
              <a:defRPr sz="1800" b="0">
                <a:solidFill>
                  <a:srgbClr val="26343B"/>
                </a:solidFill>
              </a:defRPr>
            </a:lvl5pPr>
            <a:lvl6pPr>
              <a:defRPr sz="1800" b="0">
                <a:solidFill>
                  <a:srgbClr val="26343B"/>
                </a:solidFill>
              </a:defRPr>
            </a:lvl6pPr>
            <a:lvl7pPr>
              <a:defRPr sz="1800" b="0">
                <a:solidFill>
                  <a:srgbClr val="26343B"/>
                </a:solidFill>
              </a:defRPr>
            </a:lvl7pPr>
            <a:lvl8pPr>
              <a:defRPr sz="1800" b="0">
                <a:solidFill>
                  <a:srgbClr val="26343B"/>
                </a:solidFill>
              </a:defRPr>
            </a:lvl8pPr>
            <a:lvl9pPr>
              <a:defRPr sz="1800" b="0">
                <a:solidFill>
                  <a:srgbClr val="2634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3B"/>
                </a:solidFill>
              </a:defRPr>
            </a:pPr>
            <a:r>
              <a:rPr sz="1800" b="0">
                <a:solidFill>
                  <a:srgbClr val="26343B"/>
                </a:solidFill>
              </a:rPr>
              <a:t>Versão anterior preservada e responsável identificado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9228F-4D86-42C2-84F9-B66FDBEC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A3412"/>
                </a:solidFill>
              </a:defRPr>
            </a:defPPr>
            <a:lvl1pPr>
              <a:defRPr sz="1425" b="1">
                <a:solidFill>
                  <a:srgbClr val="9A3412"/>
                </a:solidFill>
              </a:defRPr>
            </a:lvl1pPr>
            <a:lvl2pPr>
              <a:defRPr sz="1425" b="1">
                <a:solidFill>
                  <a:srgbClr val="9A3412"/>
                </a:solidFill>
              </a:defRPr>
            </a:lvl2pPr>
            <a:lvl3pPr>
              <a:defRPr sz="1425" b="1">
                <a:solidFill>
                  <a:srgbClr val="9A3412"/>
                </a:solidFill>
              </a:defRPr>
            </a:lvl3pPr>
            <a:lvl4pPr>
              <a:defRPr sz="1425" b="1">
                <a:solidFill>
                  <a:srgbClr val="9A3412"/>
                </a:solidFill>
              </a:defRPr>
            </a:lvl4pPr>
            <a:lvl5pPr>
              <a:defRPr sz="1425" b="1">
                <a:solidFill>
                  <a:srgbClr val="9A3412"/>
                </a:solidFill>
              </a:defRPr>
            </a:lvl5pPr>
            <a:lvl6pPr>
              <a:defRPr sz="1425" b="1">
                <a:solidFill>
                  <a:srgbClr val="9A3412"/>
                </a:solidFill>
              </a:defRPr>
            </a:lvl6pPr>
            <a:lvl7pPr>
              <a:defRPr sz="1425" b="1">
                <a:solidFill>
                  <a:srgbClr val="9A3412"/>
                </a:solidFill>
              </a:defRPr>
            </a:lvl7pPr>
            <a:lvl8pPr>
              <a:defRPr sz="1425" b="1">
                <a:solidFill>
                  <a:srgbClr val="9A3412"/>
                </a:solidFill>
              </a:defRPr>
            </a:lvl8pPr>
            <a:lvl9pPr>
              <a:defRPr sz="1425" b="1">
                <a:solidFill>
                  <a:srgbClr val="9A341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A3412"/>
                </a:solidFill>
              </a:defRPr>
            </a:pPr>
            <a:r>
              <a:rPr sz="1425" b="1">
                <a:solidFill>
                  <a:srgbClr val="9A3412"/>
                </a:solidFill>
              </a:rPr>
              <a:t>Não liberar se houver dado técnico pendente ou arte raster que exija vetor para gravação.</a:t>
            </a:r>
          </a:p>
        </p:txBody>
      </p:sp>
    </p:spTree>
    <p:extLst>
      <p:ext uri="{BB962C8B-B14F-4D97-AF65-F5344CB8AC3E}">
        <p14:creationId xmlns:p14="http://schemas.microsoft.com/office/powerpoint/2010/main" val="1645178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2026-10-19T13:09:18.0770000Z</dcterms:created>
  <dcterms:modified xsi:type="dcterms:W3CDTF">2026-10-19T13:09:18.0770000Z</dcterms:modified>
</coreProperties>
</file>